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12BBF734-96B1-6D4B-98ED-68E53D404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24160CA8-CF1A-3C6A-D413-DF1FF6593F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8B7E9D4B-77BD-A2EB-CD6B-8C889AE8B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591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ba3a1eb9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g3aba3a1eb9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ba3a1eb94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4" name="Google Shape;174;g3aba3a1eb9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" name="Google Shape;2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9" name="Google Shape;2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344774"/>
            <a:ext cx="12321915" cy="72027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2085082"/>
            <a:ext cx="11581447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AKS BLOOD BANK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MANAGEMENT SYSTEM</a:t>
            </a:r>
            <a:endParaRPr dirty="0"/>
          </a:p>
        </p:txBody>
      </p:sp>
      <p:sp>
        <p:nvSpPr>
          <p:cNvPr id="2" name="Google Shape;263;p24">
            <a:extLst>
              <a:ext uri="{FF2B5EF4-FFF2-40B4-BE49-F238E27FC236}">
                <a16:creationId xmlns:a16="http://schemas.microsoft.com/office/drawing/2014/main" id="{21C9C988-3374-ABEF-BEDA-DB7708EBFD42}"/>
              </a:ext>
            </a:extLst>
          </p:cNvPr>
          <p:cNvSpPr txBox="1"/>
          <p:nvPr/>
        </p:nvSpPr>
        <p:spPr>
          <a:xfrm>
            <a:off x="3760366" y="5391421"/>
            <a:ext cx="4671269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dirty="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Project by: TriCoders.cpp</a:t>
            </a:r>
            <a:endParaRPr dirty="0"/>
          </a:p>
        </p:txBody>
      </p:sp>
      <p:sp>
        <p:nvSpPr>
          <p:cNvPr id="3" name="Google Shape;263;p24">
            <a:extLst>
              <a:ext uri="{FF2B5EF4-FFF2-40B4-BE49-F238E27FC236}">
                <a16:creationId xmlns:a16="http://schemas.microsoft.com/office/drawing/2014/main" id="{BF63F866-2DB4-8A7E-E7C2-13F19261C882}"/>
              </a:ext>
            </a:extLst>
          </p:cNvPr>
          <p:cNvSpPr txBox="1"/>
          <p:nvPr/>
        </p:nvSpPr>
        <p:spPr>
          <a:xfrm>
            <a:off x="1162441" y="6021012"/>
            <a:ext cx="9867119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dirty="0">
                <a:solidFill>
                  <a:srgbClr val="CBD5E1"/>
                </a:solidFill>
                <a:latin typeface="Poppins"/>
                <a:cs typeface="Poppins"/>
                <a:sym typeface="Poppins"/>
              </a:rPr>
              <a:t>Kamran Gul     |     Muhammad Awais     |     Sarmad Ali</a:t>
            </a:r>
            <a:endParaRPr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25" y="216217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1228725" y="656451"/>
            <a:ext cx="1090136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581025" y="1457325"/>
            <a:ext cx="1102995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6953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81025" y="2067520"/>
            <a:ext cx="5229225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65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AKS Blood Bank Management System</a:t>
            </a: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is a console-based application designed to modernize the way blood banks operate.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3282553"/>
            <a:ext cx="52292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Core Purpose: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5463182"/>
            <a:ext cx="5229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It replaces manual paperwork with a secure, file-based storage system built in C++.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81987" y="33528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76300" y="3771066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3770114"/>
            <a:ext cx="4848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To organize and store donor information digitally.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76300" y="4584263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962025" y="4583310"/>
            <a:ext cx="4848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To manage the inventory (stock) of all blood groups efficiently.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73518FA8-4025-8726-A8B5-33723E8C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>
            <a:extLst>
              <a:ext uri="{FF2B5EF4-FFF2-40B4-BE49-F238E27FC236}">
                <a16:creationId xmlns:a16="http://schemas.microsoft.com/office/drawing/2014/main" id="{8E00E235-D8AC-2FA7-6761-45115DC03F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92D1F193-483F-7873-DF23-212C1CFD71BA}"/>
              </a:ext>
            </a:extLst>
          </p:cNvPr>
          <p:cNvSpPr txBox="1"/>
          <p:nvPr/>
        </p:nvSpPr>
        <p:spPr>
          <a:xfrm>
            <a:off x="1228725" y="656451"/>
            <a:ext cx="1090136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Project Functions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F5DE7380-190A-4210-F925-3C0E811B3C82}"/>
              </a:ext>
            </a:extLst>
          </p:cNvPr>
          <p:cNvSpPr/>
          <p:nvPr/>
        </p:nvSpPr>
        <p:spPr>
          <a:xfrm>
            <a:off x="581025" y="1457325"/>
            <a:ext cx="1102995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A03050EC-DCB3-2DE1-BE7C-B7E10DE3719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953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9A80DBA9-E2B9-6E35-9832-BB0A569A6048}"/>
              </a:ext>
            </a:extLst>
          </p:cNvPr>
          <p:cNvSpPr txBox="1"/>
          <p:nvPr/>
        </p:nvSpPr>
        <p:spPr>
          <a:xfrm>
            <a:off x="581025" y="2067520"/>
            <a:ext cx="11029950" cy="354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bg1"/>
                </a:solidFill>
              </a:rPr>
              <a:t>=&gt; Create a database                                                   =&gt; Add/Remove stock</a:t>
            </a:r>
          </a:p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chemeClr val="bg1"/>
              </a:solidFill>
            </a:endParaRPr>
          </a:p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bg1"/>
                </a:solidFill>
              </a:rPr>
              <a:t>=&gt; Show all donors                                                      =&gt; Search Donor</a:t>
            </a:r>
          </a:p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chemeClr val="bg1"/>
              </a:solidFill>
            </a:endParaRPr>
          </a:p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bg1"/>
                </a:solidFill>
              </a:rPr>
              <a:t>=&gt; Donate blood 					           =&gt; Acquire Blood</a:t>
            </a:r>
          </a:p>
          <a:p>
            <a:pPr marL="342900" marR="0" lvl="0" indent="-34290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AutoNum type="arabicPlain"/>
            </a:pPr>
            <a:endParaRPr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720999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62485"/>
            <a:ext cx="3486150" cy="3609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262485"/>
            <a:ext cx="3486150" cy="3609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262485"/>
            <a:ext cx="3486150" cy="360937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343025" y="581025"/>
            <a:ext cx="10781347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Concepts Used</a:t>
            </a:r>
            <a:endParaRPr dirty="0"/>
          </a:p>
        </p:txBody>
      </p:sp>
      <p:sp>
        <p:nvSpPr>
          <p:cNvPr id="112" name="Google Shape;112;p15"/>
          <p:cNvSpPr/>
          <p:nvPr/>
        </p:nvSpPr>
        <p:spPr>
          <a:xfrm>
            <a:off x="581025" y="1457325"/>
            <a:ext cx="1102995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6953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" y="2557760"/>
            <a:ext cx="28956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76300" y="3129260"/>
            <a:ext cx="304038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2D Arrays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876300" y="3738860"/>
            <a:ext cx="28956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Used to create a grid structure for storing donor details (Name, Age, City, Contact) efficiently in rows and columns.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48200" y="2557760"/>
            <a:ext cx="28956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648200" y="3129260"/>
            <a:ext cx="304038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File Handling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4648200" y="3738860"/>
            <a:ext cx="28956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We use ofstream and ifstream to save data permanently to text files so records aren't lost when the program closes.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20100" y="2557760"/>
            <a:ext cx="28956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420100" y="3129260"/>
            <a:ext cx="304038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 Structures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8420100" y="3738860"/>
            <a:ext cx="289560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Uses Switch statements for menu navigation and While loops to keep the program running until the user exits.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49902" y="-194872"/>
            <a:ext cx="12341902" cy="705287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454376" y="2967307"/>
            <a:ext cx="11581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Admin’s Features</a:t>
            </a:r>
            <a:endParaRPr dirty="0"/>
          </a:p>
        </p:txBody>
      </p:sp>
      <p:sp>
        <p:nvSpPr>
          <p:cNvPr id="129" name="Google Shape;129;p16"/>
          <p:cNvSpPr txBox="1"/>
          <p:nvPr/>
        </p:nvSpPr>
        <p:spPr>
          <a:xfrm>
            <a:off x="581025" y="4340347"/>
            <a:ext cx="110301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dirty="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Password Protected </a:t>
            </a:r>
            <a:endParaRPr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62164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1343025" y="258663"/>
            <a:ext cx="10781347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Creating Database</a:t>
            </a:r>
            <a:endParaRPr dirty="0"/>
          </a:p>
        </p:txBody>
      </p:sp>
      <p:sp>
        <p:nvSpPr>
          <p:cNvPr id="137" name="Google Shape;137;p17"/>
          <p:cNvSpPr/>
          <p:nvPr/>
        </p:nvSpPr>
        <p:spPr>
          <a:xfrm>
            <a:off x="581025" y="1134963"/>
            <a:ext cx="1102995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72963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81025" y="5786139"/>
            <a:ext cx="5229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This ensures a structured database of all donors is created and maintained.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3352800"/>
            <a:ext cx="16097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/>
          <p:nvPr/>
        </p:nvSpPr>
        <p:spPr>
          <a:xfrm>
            <a:off x="581025" y="2087463"/>
            <a:ext cx="5229300" cy="956100"/>
          </a:xfrm>
          <a:prstGeom prst="roundRect">
            <a:avLst>
              <a:gd name="adj" fmla="val 7970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1152525" y="2230338"/>
            <a:ext cx="4467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Input:</a:t>
            </a:r>
            <a:r>
              <a:rPr lang="en-US" sz="16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Admin enters Name, Age, Blood Group, City, and Contact.</a:t>
            </a:r>
            <a:endParaRPr dirty="0"/>
          </a:p>
        </p:txBody>
      </p:sp>
      <p:sp>
        <p:nvSpPr>
          <p:cNvPr id="143" name="Google Shape;143;p17"/>
          <p:cNvSpPr/>
          <p:nvPr/>
        </p:nvSpPr>
        <p:spPr>
          <a:xfrm>
            <a:off x="553625" y="2087463"/>
            <a:ext cx="75025" cy="956071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81025" y="3186410"/>
            <a:ext cx="5229225" cy="956071"/>
          </a:xfrm>
          <a:prstGeom prst="roundRect">
            <a:avLst>
              <a:gd name="adj" fmla="val 7970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1095375" y="3329285"/>
            <a:ext cx="4524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Storage:</a:t>
            </a:r>
            <a:r>
              <a:rPr lang="en-US" sz="16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Data is first stored in a 2D Array variable.</a:t>
            </a:r>
            <a:endParaRPr dirty="0"/>
          </a:p>
        </p:txBody>
      </p:sp>
      <p:sp>
        <p:nvSpPr>
          <p:cNvPr id="146" name="Google Shape;146;p17"/>
          <p:cNvSpPr/>
          <p:nvPr/>
        </p:nvSpPr>
        <p:spPr>
          <a:xfrm>
            <a:off x="553625" y="3186410"/>
            <a:ext cx="75025" cy="956071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81025" y="4285357"/>
            <a:ext cx="5229225" cy="1291232"/>
          </a:xfrm>
          <a:prstGeom prst="roundRect">
            <a:avLst>
              <a:gd name="adj" fmla="val 5901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1152525" y="4428232"/>
            <a:ext cx="44672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Save:</a:t>
            </a:r>
            <a:r>
              <a:rPr lang="en-US" sz="16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The system writes this array to test.txt for permanent storage.</a:t>
            </a:r>
            <a:endParaRPr dirty="0"/>
          </a:p>
        </p:txBody>
      </p:sp>
      <p:sp>
        <p:nvSpPr>
          <p:cNvPr id="149" name="Google Shape;149;p17"/>
          <p:cNvSpPr/>
          <p:nvPr/>
        </p:nvSpPr>
        <p:spPr>
          <a:xfrm>
            <a:off x="553625" y="4285357"/>
            <a:ext cx="75025" cy="1291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4200" y="2460724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4200" y="3559671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4200" y="4826198"/>
            <a:ext cx="23812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6" y="216217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1285875" y="577750"/>
            <a:ext cx="10841355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Managing Stock</a:t>
            </a:r>
            <a:endParaRPr dirty="0"/>
          </a:p>
        </p:txBody>
      </p:sp>
      <p:sp>
        <p:nvSpPr>
          <p:cNvPr id="160" name="Google Shape;160;p18"/>
          <p:cNvSpPr/>
          <p:nvPr/>
        </p:nvSpPr>
        <p:spPr>
          <a:xfrm>
            <a:off x="581025" y="1454050"/>
            <a:ext cx="1102995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6920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00287" y="3352800"/>
            <a:ext cx="17907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6381750" y="1854100"/>
            <a:ext cx="54906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Inventory Control</a:t>
            </a:r>
            <a:endParaRPr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6381750" y="2463700"/>
            <a:ext cx="5229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The system maintains a dedicated count for all 8 blood groups (A+, A-, B+, etc.).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6381750" y="3343572"/>
            <a:ext cx="52292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Key Operations: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6677025" y="3937016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167" name="Google Shape;167;p18"/>
          <p:cNvSpPr txBox="1"/>
          <p:nvPr/>
        </p:nvSpPr>
        <p:spPr>
          <a:xfrm>
            <a:off x="6762750" y="3831133"/>
            <a:ext cx="4848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Add Stock:</a:t>
            </a: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Increase the quantity when a donation occurs.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6677025" y="4750212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169" name="Google Shape;169;p18"/>
          <p:cNvSpPr txBox="1"/>
          <p:nvPr/>
        </p:nvSpPr>
        <p:spPr>
          <a:xfrm>
            <a:off x="6762750" y="4644330"/>
            <a:ext cx="4848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Remove Stock:</a:t>
            </a: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Decrease the quantity when blood is issued to a patient.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6677025" y="5563409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6762750" y="5457527"/>
            <a:ext cx="4848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Validation:</a:t>
            </a: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The system ensures stock never drops below zero.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9921" y="-179882"/>
            <a:ext cx="12311921" cy="7037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454376" y="2967307"/>
            <a:ext cx="11581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User’s Features</a:t>
            </a:r>
            <a:endParaRPr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62164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1228725" y="472975"/>
            <a:ext cx="10901362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Show All Donors</a:t>
            </a:r>
            <a:endParaRPr dirty="0"/>
          </a:p>
        </p:txBody>
      </p:sp>
      <p:sp>
        <p:nvSpPr>
          <p:cNvPr id="185" name="Google Shape;185;p20"/>
          <p:cNvSpPr/>
          <p:nvPr/>
        </p:nvSpPr>
        <p:spPr>
          <a:xfrm>
            <a:off x="581025" y="1349275"/>
            <a:ext cx="1102995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872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81025" y="1749325"/>
            <a:ext cx="54906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View Complete Records</a:t>
            </a:r>
            <a:endParaRPr dirty="0"/>
          </a:p>
        </p:txBody>
      </p:sp>
      <p:sp>
        <p:nvSpPr>
          <p:cNvPr id="188" name="Google Shape;188;p20"/>
          <p:cNvSpPr txBox="1"/>
          <p:nvPr/>
        </p:nvSpPr>
        <p:spPr>
          <a:xfrm>
            <a:off x="581025" y="2358925"/>
            <a:ext cx="5229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This user feature allows anyone to view the entire list of registered donors.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81025" y="3238797"/>
            <a:ext cx="52292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How it works: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81025" y="5571827"/>
            <a:ext cx="5229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This provides full transparency of the available donor base.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91" name="Google Shape;19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8200" y="3352800"/>
            <a:ext cx="10763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847725" y="3832241"/>
            <a:ext cx="11430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  <a:endParaRPr dirty="0"/>
          </a:p>
        </p:txBody>
      </p:sp>
      <p:sp>
        <p:nvSpPr>
          <p:cNvPr id="193" name="Google Shape;193;p20"/>
          <p:cNvSpPr txBox="1"/>
          <p:nvPr/>
        </p:nvSpPr>
        <p:spPr>
          <a:xfrm>
            <a:off x="962025" y="3726358"/>
            <a:ext cx="48482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The program opens the test.txt file.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824458" y="4319802"/>
            <a:ext cx="27247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  <a:endParaRPr dirty="0"/>
          </a:p>
        </p:txBody>
      </p:sp>
      <p:sp>
        <p:nvSpPr>
          <p:cNvPr id="195" name="Google Shape;195;p20"/>
          <p:cNvSpPr txBox="1"/>
          <p:nvPr/>
        </p:nvSpPr>
        <p:spPr>
          <a:xfrm>
            <a:off x="962025" y="4213919"/>
            <a:ext cx="48482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It reads every line of data stored.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835856" y="4797837"/>
            <a:ext cx="41098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  <a:endParaRPr dirty="0"/>
          </a:p>
        </p:txBody>
      </p:sp>
      <p:sp>
        <p:nvSpPr>
          <p:cNvPr id="197" name="Google Shape;197;p20"/>
          <p:cNvSpPr txBox="1"/>
          <p:nvPr/>
        </p:nvSpPr>
        <p:spPr>
          <a:xfrm>
            <a:off x="962025" y="4691955"/>
            <a:ext cx="4848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It displays the Name, Age, City, and Blood Group of every donor on the screen.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7150" y="2072464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1228725" y="581025"/>
            <a:ext cx="10901362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Search for a Donor</a:t>
            </a:r>
            <a:endParaRPr dirty="0"/>
          </a:p>
        </p:txBody>
      </p:sp>
      <p:sp>
        <p:nvSpPr>
          <p:cNvPr id="205" name="Google Shape;205;p21"/>
          <p:cNvSpPr/>
          <p:nvPr/>
        </p:nvSpPr>
        <p:spPr>
          <a:xfrm>
            <a:off x="581025" y="1457325"/>
            <a:ext cx="1102995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6953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81262" y="33528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6381750" y="2189261"/>
            <a:ext cx="54906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Find Specific Blood Groups</a:t>
            </a:r>
            <a:endParaRPr dirty="0"/>
          </a:p>
        </p:txBody>
      </p:sp>
      <p:sp>
        <p:nvSpPr>
          <p:cNvPr id="209" name="Google Shape;209;p21"/>
          <p:cNvSpPr txBox="1"/>
          <p:nvPr/>
        </p:nvSpPr>
        <p:spPr>
          <a:xfrm>
            <a:off x="6381750" y="2798861"/>
            <a:ext cx="5229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In emergencies, scrolling through a long list is inefficient. This feature solves that problem.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381750" y="3678733"/>
            <a:ext cx="52292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Functionality: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6677025" y="4272177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212" name="Google Shape;212;p21"/>
          <p:cNvSpPr txBox="1"/>
          <p:nvPr/>
        </p:nvSpPr>
        <p:spPr>
          <a:xfrm>
            <a:off x="6762750" y="4166294"/>
            <a:ext cx="48482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User enters a target Blood Group (e.g., "O-").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6677025" y="4750212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214" name="Google Shape;214;p21"/>
          <p:cNvSpPr txBox="1"/>
          <p:nvPr/>
        </p:nvSpPr>
        <p:spPr>
          <a:xfrm>
            <a:off x="6762750" y="4644330"/>
            <a:ext cx="48482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The system scans the database array.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6677025" y="5228248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216" name="Google Shape;216;p21"/>
          <p:cNvSpPr txBox="1"/>
          <p:nvPr/>
        </p:nvSpPr>
        <p:spPr>
          <a:xfrm>
            <a:off x="6762750" y="5122366"/>
            <a:ext cx="4848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It filters and prints </a:t>
            </a:r>
            <a:r>
              <a:rPr lang="en-US" sz="165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only</a:t>
            </a: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the donors that match that specific group.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62164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1285875" y="581025"/>
            <a:ext cx="10841355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Donate Blood</a:t>
            </a:r>
            <a:endParaRPr dirty="0"/>
          </a:p>
        </p:txBody>
      </p:sp>
      <p:sp>
        <p:nvSpPr>
          <p:cNvPr id="224" name="Google Shape;224;p22"/>
          <p:cNvSpPr/>
          <p:nvPr/>
        </p:nvSpPr>
        <p:spPr>
          <a:xfrm>
            <a:off x="581025" y="1457325"/>
            <a:ext cx="1102995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69532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581025" y="2213074"/>
            <a:ext cx="54906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Contributing to the Bank</a:t>
            </a:r>
            <a:endParaRPr dirty="0"/>
          </a:p>
        </p:txBody>
      </p:sp>
      <p:sp>
        <p:nvSpPr>
          <p:cNvPr id="227" name="Google Shape;227;p22"/>
          <p:cNvSpPr txBox="1"/>
          <p:nvPr/>
        </p:nvSpPr>
        <p:spPr>
          <a:xfrm>
            <a:off x="581025" y="2822674"/>
            <a:ext cx="5229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This module handles the process of adding to the blood supply.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28" name="Google Shape;22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72475" y="3352800"/>
            <a:ext cx="124777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876300" y="3751278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230" name="Google Shape;230;p22"/>
          <p:cNvSpPr txBox="1"/>
          <p:nvPr/>
        </p:nvSpPr>
        <p:spPr>
          <a:xfrm>
            <a:off x="962025" y="3645396"/>
            <a:ext cx="48482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The user selects their blood group.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876300" y="4229314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232" name="Google Shape;232;p22"/>
          <p:cNvSpPr txBox="1"/>
          <p:nvPr/>
        </p:nvSpPr>
        <p:spPr>
          <a:xfrm>
            <a:off x="962025" y="4123432"/>
            <a:ext cx="48482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They enter the quantity they wish to donate.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876300" y="4707350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234" name="Google Shape;234;p22"/>
          <p:cNvSpPr txBox="1"/>
          <p:nvPr/>
        </p:nvSpPr>
        <p:spPr>
          <a:xfrm>
            <a:off x="962025" y="4601467"/>
            <a:ext cx="4848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The system updates the blood_stock array by </a:t>
            </a:r>
            <a:r>
              <a:rPr lang="en-US" sz="165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adding</a:t>
            </a: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this quantity.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876300" y="5530072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236" name="Google Shape;236;p22"/>
          <p:cNvSpPr txBox="1"/>
          <p:nvPr/>
        </p:nvSpPr>
        <p:spPr>
          <a:xfrm>
            <a:off x="962025" y="5424189"/>
            <a:ext cx="48482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The new total is saved to blood_stock.txt.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493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7150" y="2072464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1343025" y="443507"/>
            <a:ext cx="10781347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Acquire Blood</a:t>
            </a:r>
            <a:endParaRPr dirty="0"/>
          </a:p>
        </p:txBody>
      </p:sp>
      <p:sp>
        <p:nvSpPr>
          <p:cNvPr id="244" name="Google Shape;244;p23"/>
          <p:cNvSpPr/>
          <p:nvPr/>
        </p:nvSpPr>
        <p:spPr>
          <a:xfrm>
            <a:off x="581025" y="1319807"/>
            <a:ext cx="1102995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5780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71750" y="3352800"/>
            <a:ext cx="124777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6381750" y="1719857"/>
            <a:ext cx="54906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Requesting Units</a:t>
            </a:r>
            <a:endParaRPr dirty="0"/>
          </a:p>
        </p:txBody>
      </p:sp>
      <p:sp>
        <p:nvSpPr>
          <p:cNvPr id="248" name="Google Shape;248;p23"/>
          <p:cNvSpPr txBox="1"/>
          <p:nvPr/>
        </p:nvSpPr>
        <p:spPr>
          <a:xfrm>
            <a:off x="6381750" y="2329457"/>
            <a:ext cx="5229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This feature manages issuing blood to hospitals or patients.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6677025" y="3258062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250" name="Google Shape;250;p23"/>
          <p:cNvSpPr txBox="1"/>
          <p:nvPr/>
        </p:nvSpPr>
        <p:spPr>
          <a:xfrm>
            <a:off x="6762750" y="3152179"/>
            <a:ext cx="4848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User specifies the Blood Group and Quantity needed.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6677025" y="4071259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252" name="Google Shape;252;p23"/>
          <p:cNvSpPr txBox="1"/>
          <p:nvPr/>
        </p:nvSpPr>
        <p:spPr>
          <a:xfrm>
            <a:off x="6762750" y="3965376"/>
            <a:ext cx="4848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Check:</a:t>
            </a: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The system checks if enough stock is available.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6677025" y="4884455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254" name="Google Shape;254;p23"/>
          <p:cNvSpPr txBox="1"/>
          <p:nvPr/>
        </p:nvSpPr>
        <p:spPr>
          <a:xfrm>
            <a:off x="6762750" y="4778573"/>
            <a:ext cx="4848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Action:</a:t>
            </a: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If yes, it </a:t>
            </a:r>
            <a:r>
              <a:rPr lang="en-US" sz="165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subtracts</a:t>
            </a: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the quantity from the stock.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6677025" y="5697652"/>
            <a:ext cx="85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dirty="0"/>
          </a:p>
        </p:txBody>
      </p:sp>
      <p:sp>
        <p:nvSpPr>
          <p:cNvPr id="256" name="Google Shape;256;p23"/>
          <p:cNvSpPr txBox="1"/>
          <p:nvPr/>
        </p:nvSpPr>
        <p:spPr>
          <a:xfrm>
            <a:off x="6762750" y="5591770"/>
            <a:ext cx="48482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Safety:</a:t>
            </a:r>
            <a:r>
              <a:rPr lang="en-US" sz="16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If issuing causes negative stock, the request is denied.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4893" y="-269823"/>
            <a:ext cx="12681680" cy="733019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305276" y="1918394"/>
            <a:ext cx="11581447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 dirty="0"/>
          </a:p>
        </p:txBody>
      </p:sp>
      <p:sp>
        <p:nvSpPr>
          <p:cNvPr id="263" name="Google Shape;263;p24"/>
          <p:cNvSpPr txBox="1"/>
          <p:nvPr/>
        </p:nvSpPr>
        <p:spPr>
          <a:xfrm>
            <a:off x="581025" y="3232844"/>
            <a:ext cx="110301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Any Question? Let us clear it</a:t>
            </a:r>
            <a:r>
              <a:rPr lang="en-US" sz="2850" dirty="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…</a:t>
            </a:r>
            <a:endParaRPr dirty="0"/>
          </a:p>
        </p:txBody>
      </p:sp>
      <p:sp>
        <p:nvSpPr>
          <p:cNvPr id="264" name="Google Shape;264;p24"/>
          <p:cNvSpPr txBox="1"/>
          <p:nvPr/>
        </p:nvSpPr>
        <p:spPr>
          <a:xfrm>
            <a:off x="581025" y="4431059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Team TriCoders.cpp</a:t>
            </a:r>
            <a:endParaRPr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598</Words>
  <Application>Microsoft Office PowerPoint</Application>
  <PresentationFormat>Widescreen</PresentationFormat>
  <Paragraphs>88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Poppins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 a M i</cp:lastModifiedBy>
  <cp:revision>8</cp:revision>
  <dcterms:modified xsi:type="dcterms:W3CDTF">2025-12-12T05:06:07Z</dcterms:modified>
</cp:coreProperties>
</file>